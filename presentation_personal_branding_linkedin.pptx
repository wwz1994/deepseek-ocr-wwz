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 Personal Branding LinkedIn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Étudiante en marketing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LinkedIn est incontournable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LinkedIn dépasse la simple recherche d'emploi.</a:t>
            </a:r>
          </a:p>
          <a:p>
            <a:pPr>
              <a:defRPr sz="2400"/>
            </a:pPr>
            <a:r>
              <a:t>Plateforme d'expression personnelle pour montrer sa progression.</a:t>
            </a:r>
          </a:p>
          <a:p>
            <a:pPr>
              <a:defRPr sz="2400"/>
            </a:pPr>
            <a:r>
              <a:t>Un espace pour partager apprentissages et contributions.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Une chance pour les étudiantes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Pas besoin de 10 ans d'expérience pour être légitime.</a:t>
            </a:r>
          </a:p>
          <a:p>
            <a:pPr>
              <a:defRPr sz="2400"/>
            </a:pPr>
            <a:r>
              <a:t>Authenticité, curiosité et activité font la différence.</a:t>
            </a:r>
          </a:p>
          <a:p>
            <a:pPr>
              <a:defRPr sz="2400"/>
            </a:pPr>
            <a:r>
              <a:t>Le marketing digital valorise les profils dynamiques.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Humaniser sa présence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Les entreprises recherchent des personnalités, pas seulement des compétences.</a:t>
            </a:r>
          </a:p>
          <a:p>
            <a:pPr>
              <a:defRPr sz="2400"/>
            </a:pPr>
            <a:r>
              <a:t>Un personal branding humain attire les opportunités adaptées.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Partager son parcours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Expliquer pourquoi le marketing digital vous passionne.</a:t>
            </a:r>
          </a:p>
          <a:p>
            <a:pPr>
              <a:defRPr sz="2400"/>
            </a:pPr>
            <a:r>
              <a:t>Relater défis, déclics et motivations sincères.</a:t>
            </a:r>
          </a:p>
          <a:p>
            <a:pPr>
              <a:defRPr sz="2400"/>
            </a:pPr>
            <a:r>
              <a:t>Les histoires connectent plus que des listes de compétences.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Montrer les coulisses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Mettre en avant projets d'école et side projects.</a:t>
            </a:r>
          </a:p>
          <a:p>
            <a:pPr>
              <a:defRPr sz="2400"/>
            </a:pPr>
            <a:r>
              <a:t>Partager découvertes d'outils ou d'insights marquants.</a:t>
            </a:r>
          </a:p>
          <a:p>
            <a:pPr>
              <a:defRPr sz="2400"/>
            </a:pPr>
            <a:r>
              <a:t>Assumer erreurs et apprentissages pour créer de la proximité.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Exprimer ses valeurs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Affirmer ses convictions sur l'éthique digitale ou l'innovation.</a:t>
            </a:r>
          </a:p>
          <a:p>
            <a:pPr>
              <a:defRPr sz="2400"/>
            </a:pPr>
            <a:r>
              <a:t>Mettre en avant créativité, collaboration et curiosité.</a:t>
            </a:r>
          </a:p>
          <a:p>
            <a:pPr>
              <a:defRPr sz="2400"/>
            </a:pPr>
            <a:r>
              <a:t>Attirer des contacts alignés avec vos ambitions.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Construire une image cohérente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Repos sur trois piliers simples et accessibles.</a:t>
            </a:r>
          </a:p>
          <a:p>
            <a:pPr>
              <a:defRPr sz="2400"/>
            </a:pPr>
            <a:r>
              <a:t>Clarté du profil, prise de parole, interactions.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 clair et soigné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Photo professionnelle, chaleureuse et cohérente.</a:t>
            </a:r>
          </a:p>
          <a:p>
            <a:pPr>
              <a:defRPr sz="2400"/>
            </a:pPr>
            <a:r>
              <a:t>Titre orienté vers l'ambition future.</a:t>
            </a:r>
          </a:p>
          <a:p>
            <a:pPr>
              <a:defRPr sz="2400"/>
            </a:pPr>
            <a:r>
              <a:t>Résumé à la première personne, naturel et engageant.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Prise de parole régulière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Poster selon un rythme tenable, pas forcément quotidien.</a:t>
            </a:r>
          </a:p>
          <a:p>
            <a:pPr>
              <a:defRPr sz="2400"/>
            </a:pPr>
            <a:r>
              <a:t>Partager analyses de cas, tendances ou retours d'expérience.</a:t>
            </a:r>
          </a:p>
          <a:p>
            <a:pPr>
              <a:defRPr sz="2400"/>
            </a:pPr>
            <a:r>
              <a:t>Varier les formats : texte, carrousels, témoignages.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intelligente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Commenter les posts d'experts pour montrer sa réflexion.</a:t>
            </a:r>
          </a:p>
          <a:p>
            <a:pPr>
              <a:defRPr sz="2400"/>
            </a:pPr>
            <a:r>
              <a:t>Poser des questions et relancer les conversations.</a:t>
            </a:r>
          </a:p>
          <a:p>
            <a:pPr>
              <a:defRPr sz="2400"/>
            </a:pPr>
            <a:r>
              <a:t>Entretenir un réseau actif et pertinent.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branding qui évolue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Adapter son profil à chaque nouvelle expérience.</a:t>
            </a:r>
          </a:p>
          <a:p>
            <a:pPr>
              <a:defRPr sz="2400"/>
            </a:pPr>
            <a:r>
              <a:t>Rester sincère et constante dans la forme.</a:t>
            </a:r>
          </a:p>
          <a:p>
            <a:pPr>
              <a:defRPr sz="2400"/>
            </a:pPr>
            <a:r>
              <a:t>Valoriser la progression plutôt que la perfection.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LinkedIn devient un portfolio vivant et humain.</a:t>
            </a:r>
          </a:p>
          <a:p>
            <a:pPr>
              <a:defRPr sz="2400"/>
            </a:pPr>
            <a:r>
              <a:t>Répondre à : Qui suis-je et que montrer ?</a:t>
            </a:r>
          </a:p>
          <a:p>
            <a:pPr>
              <a:defRPr sz="2400"/>
            </a:pPr>
            <a:r>
              <a:t>Le personal branding est un apprentissage continu.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